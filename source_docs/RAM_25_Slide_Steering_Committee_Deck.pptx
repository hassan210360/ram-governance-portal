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RAM Steering Committee Approval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Condensed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Governance 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Strategic Objectives &amp; KPIs</a:t>
            </a:r>
          </a:p>
          <a:p>
            <a:r>
              <a:t>Investment &amp; Risk Overview</a:t>
            </a:r>
          </a:p>
          <a:p>
            <a:r>
              <a:t>Implementation Roadmap</a:t>
            </a:r>
          </a:p>
          <a:p>
            <a:r>
              <a:t>Board Decisions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