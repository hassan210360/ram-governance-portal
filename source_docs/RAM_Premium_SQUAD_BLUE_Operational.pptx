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RAM Operational Governance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Board Version | SQUAD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Governance &amp; Strategy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&amp; Strategy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Governance &amp; Strategy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&amp; Strategy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Governance &amp; Strategy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&amp; Strategy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Governance &amp; Strategy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&amp; Strategy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Governance &amp; Strategy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&amp; Strategy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Investment Lifecycle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Lifecycle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Investment Lifecycle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Lifecycle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Investment Lifecycle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Lifecycle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Investment Lifecycle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Lifecycle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Investment Lifecycle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Lifecycle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Leasing &amp; Revenue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&amp; Revenue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Leasing &amp; Revenue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&amp; Revenue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Leasing &amp; Revenue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&amp; Revenue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Leasing &amp; Revenue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&amp; Revenue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Leasing &amp; Revenue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&amp; Revenue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Governed FM Model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FM Model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Governed FM Model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FM Model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Governed FM Model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FM Model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Governed FM Model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FM Model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Governed FM Model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FM Model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CAPEX &amp; Projects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CAPEX &amp; Projects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CAPEX &amp; Projects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CAPEX &amp; Projects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CAPEX &amp; Projects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Performance &amp; KPI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&amp; KPI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Performance &amp; KPI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&amp; KPI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Performance &amp; KPI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&amp; KPI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Performance &amp; KPI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&amp; KPI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Performance &amp; KPI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&amp; KPI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Risk &amp; Compliance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Risk &amp; Compliance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Risk &amp; Compliance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Risk &amp; Compliance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Risk &amp; Compliance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SAP Integration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Integration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SAP Integration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Integration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SAP Integration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Integration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SAP Integration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Integration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SAP Integration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Integration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AI Knowledge HUB – Executive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AI Knowledge HUB – Executive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AI Knowledge HUB – Executive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AI Knowledge HUB – Executive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AI Knowledge HUB – Executive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strategic alignment</a:t>
            </a:r>
          </a:p>
          <a:p>
            <a:pPr lvl="1"/>
            <a:r>
              <a:t>Process architecture (L0–L3)</a:t>
            </a:r>
          </a:p>
          <a:p>
            <a:pPr lvl="1"/>
            <a:r>
              <a:t>SIPOC &amp; BPMN overview</a:t>
            </a:r>
          </a:p>
          <a:p>
            <a:pPr lvl="1"/>
            <a:r>
              <a:t>RACI &amp; Controls</a:t>
            </a:r>
          </a:p>
          <a:p>
            <a:pPr lvl="1"/>
            <a:r>
              <a:t>KPI Dashboard</a:t>
            </a:r>
          </a:p>
          <a:p>
            <a:pPr lvl="1"/>
            <a:r>
              <a:t>SAP Module mapping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