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RAM FULL OPERATIONAL P&amp;P ARCHITECTURE</a:t>
            </a:r>
          </a:p>
          <a:p>
            <a:r>
              <a:t>BETA-RESEARCH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120+ Slide Operational Governance Model</a:t>
            </a:r>
          </a:p>
          <a:p>
            <a:r>
              <a:t>SQUAD Consulting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Framework – Operational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Governance Framework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Framework – Operational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Governance Framework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Framework – Operational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Governance Framework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Framework – Operational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Governance Framework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Framework – Operational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Governance Framework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Framework – Operational Detail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Governance Framework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Framework – Operational Detail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Governance Framework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Framework – Operational Detail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Governance Framework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Framework – Operational Detail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Governance Framework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Strategy – Operational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Portfolio Strategy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Strategy – Operational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Portfolio Strategy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Strategy – Operational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Portfolio Strategy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Strategy – Operational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Portfolio Strategy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Strategy – Operational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Portfolio Strategy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Strategy – Operational Detail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Portfolio Strategy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Strategy – Operational Detail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Portfolio Strategy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Strategy – Operational Detail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Portfolio Strategy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Strategy – Operational Detail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Portfolio Strategy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Opportunity Management – Operational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Opportunity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Opportunity Management – Operational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Opportunity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Opportunity Management – Operational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Opportunity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Opportunity Management – Operational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Opportunity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Opportunity Management – Operational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Opportunity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Opportunity Management – Operational Detail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Opportunity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Opportunity Management – Operational Detail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Opportunity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Opportunity Management – Operational Detail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Opportunity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Opportunity Management – Operational Detail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Opportunity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Acquisition &amp; Due Diligence – Operational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Acquisition &amp; Due Diligence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Acquisition &amp; Due Diligence – Operational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Acquisition &amp; Due Diligence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Acquisition &amp; Due Diligence – Operational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Acquisition &amp; Due Diligence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Acquisition &amp; Due Diligence – Operational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Acquisition &amp; Due Diligence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Acquisition &amp; Due Diligence – Operational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Acquisition &amp; Due Diligence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Acquisition &amp; Due Diligence – Operational Detail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Acquisition &amp; Due Diligence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Acquisition &amp; Due Diligence – Operational Detail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Acquisition &amp; Due Diligence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Acquisition &amp; Due Diligence – Operational Detail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Acquisition &amp; Due Diligence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Acquisition &amp; Due Diligence – Operational Detail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Acquisition &amp; Due Diligence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Asset Planning – Operational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Asset Planning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Asset Planning – Operational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Asset Planning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Asset Planning – Operational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Asset Planning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Asset Planning – Operational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Asset Planning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Asset Planning – Operational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Asset Planning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Asset Planning – Operational Detail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Asset Planning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Asset Planning – Operational Detail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Asset Planning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Asset Planning – Operational Detail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Asset Planning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Asset Planning – Operational Detail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Asset Planning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Leasing Lifecycle – Operational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Leasing Lifecycle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Leasing Lifecycle – Operational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Leasing Lifecycle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Leasing Lifecycle – Operational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Leasing Lifecycle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Leasing Lifecycle – Operational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Leasing Lifecycle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Leasing Lifecycle – Operational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Leasing Lifecycle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Leasing Lifecycle – Operational Detail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Leasing Lifecycle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Leasing Lifecycle – Operational Detail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Leasing Lifecycle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Leasing Lifecycle – Operational Detail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Leasing Lifecycle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Leasing Lifecycle – Operational Detail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Leasing Lifecycle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Governed Facility Management – Operational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Governed Facility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Governed Facility Management – Operational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Governed Facility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Governed Facility Management – Operational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Governed Facility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Governed Facility Management – Operational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Governed Facility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Governed Facility Management – Operational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Governed Facility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Governed Facility Management – Operational Detail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Governed Facility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Governed Facility Management – Operational Detail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Governed Facility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Governed Facility Management – Operational Detail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Governed Facility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Governed Facility Management – Operational Detail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Governed Facility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CAPEX &amp; Projects – Operational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CAPEX &amp; Projects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CAPEX &amp; Projects – Operational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CAPEX &amp; Projects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CAPEX &amp; Projects – Operational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CAPEX &amp; Projects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CAPEX &amp; Projects – Operational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CAPEX &amp; Projects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CAPEX &amp; Projects – Operational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CAPEX &amp; Projects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CAPEX &amp; Projects – Operational Detail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CAPEX &amp; Projects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CAPEX &amp; Projects – Operational Detail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CAPEX &amp; Projects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CAPEX &amp; Projects – Operational Detail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CAPEX &amp; Projects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CAPEX &amp; Projects – Operational Detail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CAPEX &amp; Projects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Management – Operational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Management – Operational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Management – Operational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Management – Operational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Management – Operational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Management – Operational Detail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Management – Operational Detail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Management – Operational Detail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Management – Operational Detail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Management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Compliance – Operational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&amp; Compliance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Compliance – Operational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&amp; Compliance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Compliance – Operational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&amp; Compliance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Compliance – Operational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&amp; Compliance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Compliance – Operational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&amp; Compliance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Compliance – Operational Detail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&amp; Compliance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Compliance – Operational Detail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&amp; Compliance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Compliance – Operational Detail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&amp; Compliance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Compliance – Operational Detail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&amp; Compliance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Disposal &amp; Exit – Operational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Disposal &amp; Exit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Disposal &amp; Exit – Operational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Disposal &amp; Exit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Disposal &amp; Exit – Operational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Disposal &amp; Exit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Disposal &amp; Exit – Operational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Disposal &amp; Exit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Disposal &amp; Exit – Operational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Disposal &amp; Exit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Disposal &amp; Exit – Operational Detail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Disposal &amp; Exit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Disposal &amp; Exit – Operational Detail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Disposal &amp; Exit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Disposal &amp; Exit – Operational Detail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Disposal &amp; Exit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Disposal &amp; Exit – Operational Detail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Disposal &amp; Exit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Administrative Policies – Operational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Administrative Policies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Administrative Policies – Operational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Administrative Policies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Administrative Policies – Operational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Administrative Policies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Administrative Policies – Operational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Administrative Policies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Administrative Policies – Operational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Administrative Policies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Administrative Policies – Operational Detail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Administrative Policies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Administrative Policies – Operational Detail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Administrative Policies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Administrative Policies – Operational Detail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Administrative Policies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Administrative Policies – Operational Detail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Administrative Policies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SAP Architecture – Operational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SAP Architecture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SAP Architecture – Operational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SAP Architecture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SAP Architecture – Operational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SAP Architecture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SAP Architecture – Operational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SAP Architecture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SAP Architecture – Operational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SAP Architecture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SAP Architecture – Operational Detail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SAP Architecture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SAP Architecture – Operational Detail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SAP Architecture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SAP Architecture – Operational Detail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SAP Architecture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SAP Architecture – Operational Detail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SAP Architecture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Knowledge HUB – Operational Detail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Knowledge HUB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Knowledge HUB – Operational Detail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Knowledge HUB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Knowledge HUB – Operational Detail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Knowledge HUB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Knowledge HUB – Operational Detail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Knowledge HUB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Knowledge HUB – Operational Detail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Knowledge HUB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Knowledge HUB – Operational Detail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Knowledge HUB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Knowledge HUB – Operational Detail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Knowledge HUB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Knowledge HUB – Operational Detail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Knowledge HUB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Knowledge HUB – Operational Detail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Knowledge HUB Policy Definition</a:t>
            </a:r>
          </a:p>
          <a:p>
            <a:pPr lvl="1"/>
            <a:r>
              <a:t>Purpose &amp; Strategic Alignment</a:t>
            </a:r>
          </a:p>
          <a:p>
            <a:pPr lvl="1"/>
            <a:r>
              <a:t>Process Steps (L2/L3)</a:t>
            </a:r>
          </a:p>
          <a:p>
            <a:pPr lvl="1"/>
            <a:r>
              <a:t>SIPOC Overview</a:t>
            </a:r>
          </a:p>
          <a:p>
            <a:pPr lvl="1"/>
            <a:r>
              <a:t>RACI Structure</a:t>
            </a:r>
          </a:p>
          <a:p>
            <a:pPr lvl="1"/>
            <a:r>
              <a:t>KPIs &amp; Targets</a:t>
            </a:r>
          </a:p>
          <a:p>
            <a:pPr lvl="1"/>
            <a:r>
              <a:t>Controls &amp; Risks</a:t>
            </a:r>
          </a:p>
          <a:p>
            <a:pPr lvl="1"/>
            <a:r>
              <a:t>SAP Module Mapping</a:t>
            </a:r>
          </a:p>
          <a:p>
            <a:pPr lvl="1"/>
            <a:r>
              <a:t>Forms &amp; Templates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