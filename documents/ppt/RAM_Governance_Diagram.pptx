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1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12-Mar-26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RAM Governance System – Policies &amp; Procedures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91840" y="1371600"/>
            <a:ext cx="5486400" cy="822960"/>
          </a:xfrm>
          <a:prstGeom prst="roundRect">
            <a:avLst/>
          </a:prstGeom>
          <a:solidFill>
            <a:srgbClr val="DCDCD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Strategy &amp;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2377440"/>
            <a:ext cx="5486400" cy="822960"/>
          </a:xfrm>
          <a:prstGeom prst="roundRect">
            <a:avLst/>
          </a:prstGeom>
          <a:solidFill>
            <a:srgbClr val="C8C8C8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Policies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3383280"/>
            <a:ext cx="5486400" cy="822960"/>
          </a:xfrm>
          <a:prstGeom prst="roundRect">
            <a:avLst/>
          </a:prstGeom>
          <a:solidFill>
            <a:srgbClr val="B4B4B4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Procedures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4389120"/>
            <a:ext cx="5486400" cy="822960"/>
          </a:xfrm>
          <a:prstGeom prst="roundRect">
            <a:avLst/>
          </a:prstGeom>
          <a:solidFill>
            <a:srgbClr val="A0A0A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Work Instructions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5394960"/>
            <a:ext cx="5486400" cy="822960"/>
          </a:xfrm>
          <a:prstGeom prst="roundRect">
            <a:avLst/>
          </a:prstGeom>
          <a:solidFill>
            <a:srgbClr val="8C8C8C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/>
            </a:pPr>
            <a:r>
              <a:t>Forms &amp; Templates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35204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dirty="0"/>
              <a:t>Cross-Cutting Governance:</a:t>
            </a:r>
          </a:p>
          <a:p>
            <a:pPr lvl="1"/>
            <a:r>
              <a:rPr dirty="0"/>
              <a:t>RACI Matrix</a:t>
            </a:r>
          </a:p>
          <a:p>
            <a:pPr lvl="1"/>
            <a:r>
              <a:rPr dirty="0"/>
              <a:t>Delegation of Authority (DoA)</a:t>
            </a:r>
          </a:p>
          <a:p>
            <a:pPr lvl="1"/>
            <a:r>
              <a:rPr dirty="0"/>
              <a:t>BPMN Process Maps</a:t>
            </a:r>
          </a:p>
          <a:p>
            <a:pPr lvl="1"/>
            <a:r>
              <a:rPr dirty="0"/>
              <a:t>KPIs &amp; Performance</a:t>
            </a:r>
          </a:p>
          <a:p>
            <a:pPr lvl="1"/>
            <a:r>
              <a:rPr dirty="0"/>
              <a:t>Internal Controls</a:t>
            </a:r>
          </a:p>
          <a:p>
            <a:pPr lvl="1"/>
            <a:r>
              <a:rPr dirty="0"/>
              <a:t>SAP / Digital Systems</a:t>
            </a:r>
          </a:p>
          <a:p>
            <a:pPr lvl="1"/>
            <a:r>
              <a:rPr dirty="0"/>
              <a:t>Audit &amp;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1142</TotalTime>
  <Words>44</Words>
  <Application>Microsoft Office PowerPoint</Application>
  <PresentationFormat>Custom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HM</cp:lastModifiedBy>
  <cp:revision>2</cp:revision>
  <dcterms:created xsi:type="dcterms:W3CDTF">2013-01-27T09:14:16Z</dcterms:created>
  <dcterms:modified xsi:type="dcterms:W3CDTF">2026-03-13T13:43:21Z</dcterms:modified>
  <cp:category/>
</cp:coreProperties>
</file>